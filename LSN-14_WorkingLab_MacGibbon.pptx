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Gibbon, James E CPT" userId="dd281990-06be-4864-a5ca-d37fc3f7f2de" providerId="ADAL" clId="{089EAA60-1F06-499A-BABD-8E98A502BC44}"/>
    <pc:docChg chg="addSld delSld modSld">
      <pc:chgData name="MacGibbon, James E CPT" userId="dd281990-06be-4864-a5ca-d37fc3f7f2de" providerId="ADAL" clId="{089EAA60-1F06-499A-BABD-8E98A502BC44}" dt="2022-02-09T17:21:37.282" v="116" actId="47"/>
      <pc:docMkLst>
        <pc:docMk/>
      </pc:docMkLst>
      <pc:sldChg chg="modSp mod">
        <pc:chgData name="MacGibbon, James E CPT" userId="dd281990-06be-4864-a5ca-d37fc3f7f2de" providerId="ADAL" clId="{089EAA60-1F06-499A-BABD-8E98A502BC44}" dt="2022-02-09T17:20:21.088" v="16" actId="20577"/>
        <pc:sldMkLst>
          <pc:docMk/>
          <pc:sldMk cId="3859366770" sldId="257"/>
        </pc:sldMkLst>
        <pc:spChg chg="mod">
          <ac:chgData name="MacGibbon, James E CPT" userId="dd281990-06be-4864-a5ca-d37fc3f7f2de" providerId="ADAL" clId="{089EAA60-1F06-499A-BABD-8E98A502BC44}" dt="2022-02-09T17:20:21.088" v="16" actId="20577"/>
          <ac:spMkLst>
            <pc:docMk/>
            <pc:sldMk cId="3859366770" sldId="257"/>
            <ac:spMk id="2" creationId="{6CD4C77A-7A0A-7941-A1CA-5F95F3A2BFB4}"/>
          </ac:spMkLst>
        </pc:spChg>
      </pc:sldChg>
      <pc:sldChg chg="modSp mod">
        <pc:chgData name="MacGibbon, James E CPT" userId="dd281990-06be-4864-a5ca-d37fc3f7f2de" providerId="ADAL" clId="{089EAA60-1F06-499A-BABD-8E98A502BC44}" dt="2022-02-09T17:20:45.330" v="67" actId="20577"/>
        <pc:sldMkLst>
          <pc:docMk/>
          <pc:sldMk cId="289278416" sldId="258"/>
        </pc:sldMkLst>
        <pc:spChg chg="mod">
          <ac:chgData name="MacGibbon, James E CPT" userId="dd281990-06be-4864-a5ca-d37fc3f7f2de" providerId="ADAL" clId="{089EAA60-1F06-499A-BABD-8E98A502BC44}" dt="2022-02-09T17:20:45.330" v="67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new mod">
        <pc:chgData name="MacGibbon, James E CPT" userId="dd281990-06be-4864-a5ca-d37fc3f7f2de" providerId="ADAL" clId="{089EAA60-1F06-499A-BABD-8E98A502BC44}" dt="2022-02-09T17:21:30.937" v="115" actId="20577"/>
        <pc:sldMkLst>
          <pc:docMk/>
          <pc:sldMk cId="2095426742" sldId="259"/>
        </pc:sldMkLst>
        <pc:spChg chg="mod">
          <ac:chgData name="MacGibbon, James E CPT" userId="dd281990-06be-4864-a5ca-d37fc3f7f2de" providerId="ADAL" clId="{089EAA60-1F06-499A-BABD-8E98A502BC44}" dt="2022-02-09T17:21:30.937" v="115" actId="20577"/>
          <ac:spMkLst>
            <pc:docMk/>
            <pc:sldMk cId="2095426742" sldId="259"/>
            <ac:spMk id="2" creationId="{CA4EAA2B-4136-4985-828F-ED156279BD98}"/>
          </ac:spMkLst>
        </pc:spChg>
        <pc:spChg chg="mod">
          <ac:chgData name="MacGibbon, James E CPT" userId="dd281990-06be-4864-a5ca-d37fc3f7f2de" providerId="ADAL" clId="{089EAA60-1F06-499A-BABD-8E98A502BC44}" dt="2022-02-09T17:21:24.888" v="92" actId="20577"/>
          <ac:spMkLst>
            <pc:docMk/>
            <pc:sldMk cId="2095426742" sldId="259"/>
            <ac:spMk id="3" creationId="{B9194B5B-5C4E-44F1-BF51-22B459CB19BE}"/>
          </ac:spMkLst>
        </pc:spChg>
      </pc:sldChg>
      <pc:sldChg chg="add del">
        <pc:chgData name="MacGibbon, James E CPT" userId="dd281990-06be-4864-a5ca-d37fc3f7f2de" providerId="ADAL" clId="{089EAA60-1F06-499A-BABD-8E98A502BC44}" dt="2022-02-09T17:21:37.282" v="116" actId="47"/>
        <pc:sldMkLst>
          <pc:docMk/>
          <pc:sldMk cId="261568512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1AF21-8975-4F7B-B447-39946F393E90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ECBA5-49AD-493C-B559-534EDBBA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2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14: </a:t>
            </a:r>
            <a:r>
              <a:rPr lang="en-US" sz="4800" dirty="0"/>
              <a:t>Working Lab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1016853" y="1496737"/>
            <a:ext cx="100744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 Markdown Files!!  (Adjustment from Syllabus)</a:t>
            </a:r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AA2B-4136-4985-828F-ED156279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Time- LSN 15 Debugging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4B5B-5C4E-44F1-BF51-22B459CB1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1. Read an error code in R</a:t>
            </a:r>
          </a:p>
          <a:p>
            <a:pPr marL="0" indent="0">
              <a:buNone/>
            </a:pP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2. Troubleshoot errors in R</a:t>
            </a:r>
          </a:p>
          <a:p>
            <a:pPr marL="0" indent="0">
              <a:buNone/>
            </a:pP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3. Make appropriate corrections to ensure code runs correctly</a:t>
            </a:r>
            <a:r>
              <a:rPr lang="en-US" sz="44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42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</Words>
  <Application>Microsoft Office PowerPoint</Application>
  <PresentationFormat>Widescreen</PresentationFormat>
  <Paragraphs>13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14: Working Lab</vt:lpstr>
      <vt:lpstr>Today</vt:lpstr>
      <vt:lpstr>Next Time- LSN 15 Debugging in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15: Debugging in R</dc:title>
  <dc:creator>MacGibbon, James E CPT</dc:creator>
  <cp:lastModifiedBy>MacGibbon, James E CPT</cp:lastModifiedBy>
  <cp:revision>1</cp:revision>
  <dcterms:created xsi:type="dcterms:W3CDTF">2022-02-09T17:19:24Z</dcterms:created>
  <dcterms:modified xsi:type="dcterms:W3CDTF">2022-02-09T17:21:41Z</dcterms:modified>
</cp:coreProperties>
</file>